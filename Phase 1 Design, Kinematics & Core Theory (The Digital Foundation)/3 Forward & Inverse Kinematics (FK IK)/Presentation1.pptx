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2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1" autoAdjust="0"/>
    <p:restoredTop sz="94660"/>
  </p:normalViewPr>
  <p:slideViewPr>
    <p:cSldViewPr snapToGrid="0">
      <p:cViewPr>
        <p:scale>
          <a:sx n="75" d="100"/>
          <a:sy n="75" d="100"/>
        </p:scale>
        <p:origin x="121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A27E1-6299-482B-81A8-BFBE8A638C4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87494-8109-4D41-A104-B2C870A5D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80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7494-8109-4D41-A104-B2C870A5D4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1150-C383-615A-03D3-BC0AEC88E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5BBC3-794A-9E6A-80A9-EB9C5E24A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DDC1-6E15-C58A-334A-859595F8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A8F73-B6AD-3D92-3086-EADD1C8F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CBFDB-E4C9-FAFA-C5BE-440EDED1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3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A869-E940-B15C-BD54-88114D68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3F89-DC77-FD3A-2EE1-CC283354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B0E1E-C605-990A-4F1A-0A5991A9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2CF89-0709-3F16-9ABF-DE9B88E5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2367-60E3-57A4-177B-0D5B2B1E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0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7F70-08FD-8DBC-89BC-30601289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F00D9-4305-6768-2EA3-CA2F6484D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00A1-4EE8-1E23-5747-02027A8E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52384-7872-FFF9-A5AB-6ABCD987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DBA0C-4C9A-FF9A-AC7C-C8811910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8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D488-4D77-0622-444E-9D465D2C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F022-209A-9450-4185-42338E812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78302-1EEA-8BB9-03C9-5CCCA6DD8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2042E-D5EC-5623-17C4-578A2D95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1602-2207-4D19-12CD-AF261621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94A62-C80A-8F70-C6A8-AB91EEF3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7B29-FBE3-A042-A1B6-898811A2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0D5FC-F02E-11DA-A09A-D52F8C33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4A105-572B-5D33-5E58-1FAE9C0D3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8235E-8188-8E16-5F47-107578244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59D27-6F95-96B5-E7FD-E670FC8CB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14775-8098-8017-8F76-8115E7A4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0CDBB-C267-BAE0-BC7B-815C4512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98FFF4-949A-6550-0ED4-B852A305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5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A786-1158-D98A-8FE1-9DC0627D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6F961-855D-B117-90B1-31F45E4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3CDC3-7108-0C4F-F4A6-ECA9503C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07531-5BD2-6CC8-32BD-181372F3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7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E36C2-831C-970D-70FF-E2E1E97A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AD326-2333-C8D6-46A6-DCC58EF7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1D1FF-3C6D-E15D-34F4-A81E1AF0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3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29964-7536-33D4-F0DF-8C7E56F4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82863-5668-1104-3B6A-EF7DCF104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6FA4B-7396-6ADB-FEB6-FDE8687D8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D07E9-B61A-641B-20E7-C75868A3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B54A6-784C-F181-0CAB-AF8246EB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BE1C8-AF35-7512-070E-37E19AEF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6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6249-D9AB-B56F-A06B-5B555253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0671B-52CE-392C-AEF9-862949129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41450-9122-D979-9A74-5DA9DE3F8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CB935-8C72-4951-7BB0-205920F3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7997C-B0A0-B790-2B88-6DAC34AB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57A60-6B93-8910-EF93-408E4F32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8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B833-BCAB-FBF5-5DBB-053C0F46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C1BBD-C734-6B54-8048-6EA9E7504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26F34-F12F-C9B2-4387-61BA5265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8B4C-5201-7475-93A6-5B1CA90C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D3127-1D3D-9E79-F91A-20BAEF12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82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5AFB7-1AE2-80BF-D3DD-414C4CC5D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13DDA-DAB0-52C6-DF34-92541F4EE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0CF38-38CF-F479-115D-B7373D9C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4DED-DBFB-E8A6-0EC7-22195F29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8998F-7390-A105-E751-82549314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9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02D77-F449-68CA-7835-4285AEB2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F4F0-3775-C01A-FA69-4315949EF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59D4-6DFA-3C8D-05C1-CFC38F1D3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D992B-D348-4108-A11F-3A0F9F0E3D0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9A7D-E541-5155-36DA-DDBFE824A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0499-B06F-3FAE-B997-850942396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28735-DCE9-4EBC-AAAB-4ABA7DE9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BA926-9AF9-B8FB-FD06-624C0059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93" y="952154"/>
            <a:ext cx="9135750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5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EBFA3219-8E26-8607-7C63-5836D9A94142}"/>
              </a:ext>
            </a:extLst>
          </p:cNvPr>
          <p:cNvGrpSpPr/>
          <p:nvPr/>
        </p:nvGrpSpPr>
        <p:grpSpPr>
          <a:xfrm>
            <a:off x="3835352" y="1571319"/>
            <a:ext cx="6324410" cy="6469169"/>
            <a:chOff x="806402" y="790269"/>
            <a:chExt cx="6324410" cy="646916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900BEA0-5852-AECE-EFCE-31108B7A8C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2165" y="4554147"/>
              <a:ext cx="0" cy="1545336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7DDB2158-F212-353B-96AF-0D2146DD753C}"/>
                </a:ext>
              </a:extLst>
            </p:cNvPr>
            <p:cNvSpPr/>
            <p:nvPr/>
          </p:nvSpPr>
          <p:spPr>
            <a:xfrm>
              <a:off x="806402" y="5954513"/>
              <a:ext cx="771525" cy="1304925"/>
            </a:xfrm>
            <a:prstGeom prst="can">
              <a:avLst>
                <a:gd name="adj" fmla="val 41593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17C9541-829F-258B-B35B-8CC0025E0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5319" y="3239126"/>
              <a:ext cx="0" cy="1892808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EA62F1-B614-F79C-4BD9-F1181DEE2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5319" y="1565275"/>
              <a:ext cx="9528" cy="908952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0E675681-517D-BAF0-4D73-A5192EA0CA5A}"/>
                </a:ext>
              </a:extLst>
            </p:cNvPr>
            <p:cNvSpPr/>
            <p:nvPr/>
          </p:nvSpPr>
          <p:spPr>
            <a:xfrm rot="14465426">
              <a:off x="2364352" y="4783729"/>
              <a:ext cx="771525" cy="1304925"/>
            </a:xfrm>
            <a:prstGeom prst="can">
              <a:avLst>
                <a:gd name="adj" fmla="val 84568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ylinder 18">
              <a:extLst>
                <a:ext uri="{FF2B5EF4-FFF2-40B4-BE49-F238E27FC236}">
                  <a16:creationId xmlns:a16="http://schemas.microsoft.com/office/drawing/2014/main" id="{24CE2C93-9EFE-AB5D-1067-D60CEF0901E2}"/>
                </a:ext>
              </a:extLst>
            </p:cNvPr>
            <p:cNvSpPr/>
            <p:nvPr/>
          </p:nvSpPr>
          <p:spPr>
            <a:xfrm rot="14465426">
              <a:off x="2324305" y="2196104"/>
              <a:ext cx="771525" cy="1304925"/>
            </a:xfrm>
            <a:prstGeom prst="can">
              <a:avLst>
                <a:gd name="adj" fmla="val 84568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ylinder 19">
              <a:extLst>
                <a:ext uri="{FF2B5EF4-FFF2-40B4-BE49-F238E27FC236}">
                  <a16:creationId xmlns:a16="http://schemas.microsoft.com/office/drawing/2014/main" id="{AA9F9B5D-116A-E771-2E71-EC80BDDFF7C0}"/>
                </a:ext>
              </a:extLst>
            </p:cNvPr>
            <p:cNvSpPr/>
            <p:nvPr/>
          </p:nvSpPr>
          <p:spPr>
            <a:xfrm rot="7134574" flipH="1">
              <a:off x="2502580" y="523569"/>
              <a:ext cx="771525" cy="1304925"/>
            </a:xfrm>
            <a:prstGeom prst="can">
              <a:avLst>
                <a:gd name="adj" fmla="val 84568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D6057D8-0D5B-D87D-DA51-6710EE49D294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1092205" y="4886884"/>
              <a:ext cx="135000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Cylinder 25">
              <a:extLst>
                <a:ext uri="{FF2B5EF4-FFF2-40B4-BE49-F238E27FC236}">
                  <a16:creationId xmlns:a16="http://schemas.microsoft.com/office/drawing/2014/main" id="{041777E9-0346-CB22-E0BF-3EE23427F98A}"/>
                </a:ext>
              </a:extLst>
            </p:cNvPr>
            <p:cNvSpPr/>
            <p:nvPr/>
          </p:nvSpPr>
          <p:spPr>
            <a:xfrm rot="14465426">
              <a:off x="4679756" y="1798494"/>
              <a:ext cx="771525" cy="1304925"/>
            </a:xfrm>
            <a:prstGeom prst="can">
              <a:avLst>
                <a:gd name="adj" fmla="val 84568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9D6C14-017F-30E9-3787-96A46F5F2261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3118584" y="1797846"/>
              <a:ext cx="1717197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F49FD6B-F0B1-041C-CD2D-5331DF09F034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5213562" y="2712148"/>
              <a:ext cx="545675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Cylinder 36">
              <a:extLst>
                <a:ext uri="{FF2B5EF4-FFF2-40B4-BE49-F238E27FC236}">
                  <a16:creationId xmlns:a16="http://schemas.microsoft.com/office/drawing/2014/main" id="{CF2C69FC-B96C-609C-2F2C-ECA3D3BD02ED}"/>
                </a:ext>
              </a:extLst>
            </p:cNvPr>
            <p:cNvSpPr/>
            <p:nvPr/>
          </p:nvSpPr>
          <p:spPr>
            <a:xfrm rot="7134574" flipH="1">
              <a:off x="5936894" y="2479311"/>
              <a:ext cx="771525" cy="1304925"/>
            </a:xfrm>
            <a:prstGeom prst="can">
              <a:avLst>
                <a:gd name="adj" fmla="val 84568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4367CF-1810-D82C-66AD-D12A17435412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6585137" y="3501675"/>
              <a:ext cx="545675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9C33557-0878-0A96-4A85-205331EAC5BB}"/>
              </a:ext>
            </a:extLst>
          </p:cNvPr>
          <p:cNvCxnSpPr/>
          <p:nvPr/>
        </p:nvCxnSpPr>
        <p:spPr>
          <a:xfrm flipV="1">
            <a:off x="4221114" y="7388025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207E6C0-B3EB-52B5-18C3-72A60DE339F5}"/>
              </a:ext>
            </a:extLst>
          </p:cNvPr>
          <p:cNvCxnSpPr>
            <a:cxnSpLocks/>
          </p:cNvCxnSpPr>
          <p:nvPr/>
        </p:nvCxnSpPr>
        <p:spPr>
          <a:xfrm rot="3600000" flipV="1">
            <a:off x="4450154" y="7497771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56F45E-38C6-1B51-2162-2AEED53B0255}"/>
              </a:ext>
            </a:extLst>
          </p:cNvPr>
          <p:cNvCxnSpPr>
            <a:cxnSpLocks/>
          </p:cNvCxnSpPr>
          <p:nvPr/>
        </p:nvCxnSpPr>
        <p:spPr>
          <a:xfrm rot="7200000" flipV="1">
            <a:off x="4434668" y="7749649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4B8AAA-0396-95D5-E483-B9B0C4283FF8}"/>
              </a:ext>
            </a:extLst>
          </p:cNvPr>
          <p:cNvCxnSpPr>
            <a:cxnSpLocks/>
          </p:cNvCxnSpPr>
          <p:nvPr/>
        </p:nvCxnSpPr>
        <p:spPr>
          <a:xfrm rot="14400000" flipV="1">
            <a:off x="5616157" y="6088445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99C2F22-CFBB-F57C-0FC0-A104F932CB73}"/>
              </a:ext>
            </a:extLst>
          </p:cNvPr>
          <p:cNvCxnSpPr/>
          <p:nvPr/>
        </p:nvCxnSpPr>
        <p:spPr>
          <a:xfrm flipV="1">
            <a:off x="5834269" y="5711582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602C6E-BC12-D2AD-9948-D24FC20E3DF1}"/>
              </a:ext>
            </a:extLst>
          </p:cNvPr>
          <p:cNvCxnSpPr>
            <a:cxnSpLocks/>
          </p:cNvCxnSpPr>
          <p:nvPr/>
        </p:nvCxnSpPr>
        <p:spPr>
          <a:xfrm rot="7200000" flipV="1">
            <a:off x="6057351" y="6088444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B5357D0-330A-CBAE-81A0-84E3BC91C535}"/>
              </a:ext>
            </a:extLst>
          </p:cNvPr>
          <p:cNvCxnSpPr/>
          <p:nvPr/>
        </p:nvCxnSpPr>
        <p:spPr>
          <a:xfrm flipV="1">
            <a:off x="5843797" y="3160372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F2E0150-8A65-0119-4535-ED6D7680E6B4}"/>
              </a:ext>
            </a:extLst>
          </p:cNvPr>
          <p:cNvCxnSpPr>
            <a:cxnSpLocks/>
          </p:cNvCxnSpPr>
          <p:nvPr/>
        </p:nvCxnSpPr>
        <p:spPr>
          <a:xfrm rot="3600000" flipV="1">
            <a:off x="6072837" y="3270118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43F5A77-297D-ACB2-0A51-EC200A38D917}"/>
              </a:ext>
            </a:extLst>
          </p:cNvPr>
          <p:cNvCxnSpPr>
            <a:cxnSpLocks/>
          </p:cNvCxnSpPr>
          <p:nvPr/>
        </p:nvCxnSpPr>
        <p:spPr>
          <a:xfrm rot="7200000" flipV="1">
            <a:off x="6057351" y="3521996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4CE22B3-FDD1-F600-2EF9-8BF76FC8E234}"/>
              </a:ext>
            </a:extLst>
          </p:cNvPr>
          <p:cNvCxnSpPr/>
          <p:nvPr/>
        </p:nvCxnSpPr>
        <p:spPr>
          <a:xfrm flipV="1">
            <a:off x="5853325" y="1426348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2A58231-3A08-0D68-5275-582EE8D98817}"/>
              </a:ext>
            </a:extLst>
          </p:cNvPr>
          <p:cNvCxnSpPr>
            <a:cxnSpLocks/>
          </p:cNvCxnSpPr>
          <p:nvPr/>
        </p:nvCxnSpPr>
        <p:spPr>
          <a:xfrm rot="7200000" flipV="1">
            <a:off x="6066879" y="1787972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3FFD119-3518-9430-A6F8-B794C7DFC67A}"/>
              </a:ext>
            </a:extLst>
          </p:cNvPr>
          <p:cNvCxnSpPr>
            <a:cxnSpLocks/>
          </p:cNvCxnSpPr>
          <p:nvPr/>
        </p:nvCxnSpPr>
        <p:spPr>
          <a:xfrm rot="14400000" flipV="1">
            <a:off x="5636930" y="1792659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D77681C-548B-F184-979D-BBB2AD27DB21}"/>
              </a:ext>
            </a:extLst>
          </p:cNvPr>
          <p:cNvCxnSpPr/>
          <p:nvPr/>
        </p:nvCxnSpPr>
        <p:spPr>
          <a:xfrm flipV="1">
            <a:off x="8027661" y="2710654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F4B25B5-11E8-9E13-FF38-74EC21B7D29C}"/>
              </a:ext>
            </a:extLst>
          </p:cNvPr>
          <p:cNvCxnSpPr>
            <a:cxnSpLocks/>
          </p:cNvCxnSpPr>
          <p:nvPr/>
        </p:nvCxnSpPr>
        <p:spPr>
          <a:xfrm rot="7200000" flipV="1">
            <a:off x="8241215" y="3072278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2B4A204-E157-867E-0F9E-7FEAA91DC17A}"/>
              </a:ext>
            </a:extLst>
          </p:cNvPr>
          <p:cNvCxnSpPr>
            <a:cxnSpLocks/>
          </p:cNvCxnSpPr>
          <p:nvPr/>
        </p:nvCxnSpPr>
        <p:spPr>
          <a:xfrm rot="3600000" flipV="1">
            <a:off x="8250743" y="2816781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EB3AE8A-C0AA-C0D7-0FAA-92F49B7DF4CA}"/>
              </a:ext>
            </a:extLst>
          </p:cNvPr>
          <p:cNvCxnSpPr/>
          <p:nvPr/>
        </p:nvCxnSpPr>
        <p:spPr>
          <a:xfrm flipV="1">
            <a:off x="9363288" y="3480520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7EBCF5-F114-F81A-0C09-DF8CDC088550}"/>
              </a:ext>
            </a:extLst>
          </p:cNvPr>
          <p:cNvCxnSpPr>
            <a:cxnSpLocks/>
          </p:cNvCxnSpPr>
          <p:nvPr/>
        </p:nvCxnSpPr>
        <p:spPr>
          <a:xfrm rot="7200000" flipV="1">
            <a:off x="9576842" y="3842144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85E2845-D7BB-E78D-874B-235890C78C43}"/>
              </a:ext>
            </a:extLst>
          </p:cNvPr>
          <p:cNvCxnSpPr>
            <a:cxnSpLocks/>
          </p:cNvCxnSpPr>
          <p:nvPr/>
        </p:nvCxnSpPr>
        <p:spPr>
          <a:xfrm rot="14400000" flipV="1">
            <a:off x="9146893" y="3846831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3862DD5-F19B-9FD9-5E21-518102A5B4E5}"/>
              </a:ext>
            </a:extLst>
          </p:cNvPr>
          <p:cNvCxnSpPr/>
          <p:nvPr/>
        </p:nvCxnSpPr>
        <p:spPr>
          <a:xfrm flipV="1">
            <a:off x="10132737" y="3913478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31D76E4-1842-F536-AFA5-ACD426056FB5}"/>
              </a:ext>
            </a:extLst>
          </p:cNvPr>
          <p:cNvCxnSpPr>
            <a:cxnSpLocks/>
          </p:cNvCxnSpPr>
          <p:nvPr/>
        </p:nvCxnSpPr>
        <p:spPr>
          <a:xfrm rot="7200000" flipV="1">
            <a:off x="10346291" y="4275102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974F9A5-2A08-385C-D56D-89474344EEFD}"/>
              </a:ext>
            </a:extLst>
          </p:cNvPr>
          <p:cNvCxnSpPr>
            <a:cxnSpLocks/>
          </p:cNvCxnSpPr>
          <p:nvPr/>
        </p:nvCxnSpPr>
        <p:spPr>
          <a:xfrm rot="14400000" flipV="1">
            <a:off x="9916342" y="4279789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D0A8D9-718E-5475-2DFB-04A69DFF1925}"/>
              </a:ext>
            </a:extLst>
          </p:cNvPr>
          <p:cNvCxnSpPr>
            <a:cxnSpLocks/>
          </p:cNvCxnSpPr>
          <p:nvPr/>
        </p:nvCxnSpPr>
        <p:spPr>
          <a:xfrm rot="1800000" flipH="1">
            <a:off x="2509697" y="4857927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900EF0-58A0-2D02-F098-0082C59F25B1}"/>
              </a:ext>
            </a:extLst>
          </p:cNvPr>
          <p:cNvCxnSpPr>
            <a:cxnSpLocks/>
          </p:cNvCxnSpPr>
          <p:nvPr/>
        </p:nvCxnSpPr>
        <p:spPr>
          <a:xfrm rot="1800000" flipH="1">
            <a:off x="2504700" y="7388025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5A660E3-3872-EE74-100E-8C249CDFB62E}"/>
              </a:ext>
            </a:extLst>
          </p:cNvPr>
          <p:cNvCxnSpPr>
            <a:cxnSpLocks/>
          </p:cNvCxnSpPr>
          <p:nvPr/>
        </p:nvCxnSpPr>
        <p:spPr>
          <a:xfrm rot="1800000" flipH="1">
            <a:off x="4131473" y="3196763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2A6CC42-37F5-FF30-54D2-94764D2BA557}"/>
              </a:ext>
            </a:extLst>
          </p:cNvPr>
          <p:cNvCxnSpPr>
            <a:cxnSpLocks/>
          </p:cNvCxnSpPr>
          <p:nvPr/>
        </p:nvCxnSpPr>
        <p:spPr>
          <a:xfrm rot="1800000" flipH="1">
            <a:off x="2509696" y="2263323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B39E693-17E4-E014-D71B-66229B16754F}"/>
              </a:ext>
            </a:extLst>
          </p:cNvPr>
          <p:cNvCxnSpPr>
            <a:cxnSpLocks/>
          </p:cNvCxnSpPr>
          <p:nvPr/>
        </p:nvCxnSpPr>
        <p:spPr>
          <a:xfrm rot="1800000" flipH="1">
            <a:off x="4158868" y="1455941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00E32BC-7781-46CF-83E0-AC5FB973634D}"/>
              </a:ext>
            </a:extLst>
          </p:cNvPr>
          <p:cNvCxnSpPr>
            <a:cxnSpLocks/>
          </p:cNvCxnSpPr>
          <p:nvPr/>
        </p:nvCxnSpPr>
        <p:spPr>
          <a:xfrm rot="1800000" flipH="1">
            <a:off x="2537091" y="522501"/>
            <a:ext cx="181611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E079D1-3179-509D-3064-219E4AB1C0A5}"/>
              </a:ext>
            </a:extLst>
          </p:cNvPr>
          <p:cNvCxnSpPr>
            <a:cxnSpLocks/>
          </p:cNvCxnSpPr>
          <p:nvPr/>
        </p:nvCxnSpPr>
        <p:spPr>
          <a:xfrm flipV="1">
            <a:off x="4247403" y="-184150"/>
            <a:ext cx="0" cy="5511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EC25F47-D500-C7CC-282E-F0D38FC4971E}"/>
              </a:ext>
            </a:extLst>
          </p:cNvPr>
          <p:cNvCxnSpPr>
            <a:cxnSpLocks/>
          </p:cNvCxnSpPr>
          <p:nvPr/>
        </p:nvCxnSpPr>
        <p:spPr>
          <a:xfrm flipV="1">
            <a:off x="5860012" y="706185"/>
            <a:ext cx="0" cy="72016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EE9CB86-B981-6D9D-DE3F-93BAB50F1830}"/>
              </a:ext>
            </a:extLst>
          </p:cNvPr>
          <p:cNvCxnSpPr>
            <a:cxnSpLocks/>
          </p:cNvCxnSpPr>
          <p:nvPr/>
        </p:nvCxnSpPr>
        <p:spPr>
          <a:xfrm flipV="1">
            <a:off x="8052023" y="1990491"/>
            <a:ext cx="0" cy="72016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FD1E4C5-6CA3-7D4D-5AF1-F0C1CACC0CD9}"/>
              </a:ext>
            </a:extLst>
          </p:cNvPr>
          <p:cNvCxnSpPr>
            <a:cxnSpLocks/>
          </p:cNvCxnSpPr>
          <p:nvPr/>
        </p:nvCxnSpPr>
        <p:spPr>
          <a:xfrm flipV="1">
            <a:off x="10139424" y="3175357"/>
            <a:ext cx="0" cy="72016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DE789DD-E941-BBD0-60F2-F2D0C146EF40}"/>
              </a:ext>
            </a:extLst>
          </p:cNvPr>
          <p:cNvCxnSpPr>
            <a:cxnSpLocks/>
          </p:cNvCxnSpPr>
          <p:nvPr/>
        </p:nvCxnSpPr>
        <p:spPr>
          <a:xfrm>
            <a:off x="2626356" y="4532694"/>
            <a:ext cx="19691" cy="2328803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B57F4D2-85CB-F2DE-F8EB-A2337463182E}"/>
              </a:ext>
            </a:extLst>
          </p:cNvPr>
          <p:cNvCxnSpPr>
            <a:cxnSpLocks/>
          </p:cNvCxnSpPr>
          <p:nvPr/>
        </p:nvCxnSpPr>
        <p:spPr>
          <a:xfrm>
            <a:off x="2602133" y="1928375"/>
            <a:ext cx="19691" cy="2328803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D86B426-C4BA-931E-248E-A21E5C290919}"/>
              </a:ext>
            </a:extLst>
          </p:cNvPr>
          <p:cNvCxnSpPr>
            <a:cxnSpLocks/>
          </p:cNvCxnSpPr>
          <p:nvPr/>
        </p:nvCxnSpPr>
        <p:spPr>
          <a:xfrm>
            <a:off x="2595263" y="68472"/>
            <a:ext cx="0" cy="158731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E4EC009-0883-15B2-C99D-36620AFF912F}"/>
              </a:ext>
            </a:extLst>
          </p:cNvPr>
          <p:cNvCxnSpPr>
            <a:cxnSpLocks/>
          </p:cNvCxnSpPr>
          <p:nvPr/>
        </p:nvCxnSpPr>
        <p:spPr>
          <a:xfrm>
            <a:off x="4247403" y="-184150"/>
            <a:ext cx="1596394" cy="89033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2B99CA8-F966-34C0-B910-98B8F3AD7C90}"/>
              </a:ext>
            </a:extLst>
          </p:cNvPr>
          <p:cNvCxnSpPr>
            <a:cxnSpLocks/>
          </p:cNvCxnSpPr>
          <p:nvPr/>
        </p:nvCxnSpPr>
        <p:spPr>
          <a:xfrm>
            <a:off x="5899543" y="732866"/>
            <a:ext cx="2152480" cy="12031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A48CF88-AF18-5EED-B661-CBB27E680EBC}"/>
              </a:ext>
            </a:extLst>
          </p:cNvPr>
          <p:cNvCxnSpPr>
            <a:cxnSpLocks/>
          </p:cNvCxnSpPr>
          <p:nvPr/>
        </p:nvCxnSpPr>
        <p:spPr>
          <a:xfrm>
            <a:off x="8094468" y="1944481"/>
            <a:ext cx="2038269" cy="112223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8E8986C-4205-AB43-A6F9-E95879EFA4A0}"/>
              </a:ext>
            </a:extLst>
          </p:cNvPr>
          <p:cNvSpPr txBox="1"/>
          <p:nvPr/>
        </p:nvSpPr>
        <p:spPr>
          <a:xfrm>
            <a:off x="2149450" y="5479108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d1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5255EA3-994B-4EDF-ED2C-8B3C0922F805}"/>
              </a:ext>
            </a:extLst>
          </p:cNvPr>
          <p:cNvSpPr txBox="1"/>
          <p:nvPr/>
        </p:nvSpPr>
        <p:spPr>
          <a:xfrm>
            <a:off x="2052575" y="315000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a2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283456E-7FB2-9CBE-D8D3-315A10E30C20}"/>
              </a:ext>
            </a:extLst>
          </p:cNvPr>
          <p:cNvSpPr txBox="1"/>
          <p:nvPr/>
        </p:nvSpPr>
        <p:spPr>
          <a:xfrm>
            <a:off x="2052575" y="71798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a3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8441C55-9BE0-47A4-C1A2-940506C61A01}"/>
              </a:ext>
            </a:extLst>
          </p:cNvPr>
          <p:cNvSpPr txBox="1"/>
          <p:nvPr/>
        </p:nvSpPr>
        <p:spPr>
          <a:xfrm>
            <a:off x="5087578" y="91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a1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96C7CF-FECE-E665-F88E-22F171E704BD}"/>
              </a:ext>
            </a:extLst>
          </p:cNvPr>
          <p:cNvSpPr txBox="1"/>
          <p:nvPr/>
        </p:nvSpPr>
        <p:spPr>
          <a:xfrm>
            <a:off x="6978161" y="1026238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d2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12757E6-515E-E6C1-0503-A74728D4667C}"/>
              </a:ext>
            </a:extLst>
          </p:cNvPr>
          <p:cNvSpPr txBox="1"/>
          <p:nvPr/>
        </p:nvSpPr>
        <p:spPr>
          <a:xfrm>
            <a:off x="9088962" y="2171267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d3</a:t>
            </a:r>
          </a:p>
        </p:txBody>
      </p:sp>
    </p:spTree>
    <p:extLst>
      <p:ext uri="{BB962C8B-B14F-4D97-AF65-F5344CB8AC3E}">
        <p14:creationId xmlns:p14="http://schemas.microsoft.com/office/powerpoint/2010/main" val="61223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39341C-998B-AC88-5F78-98C04F38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363" y="0"/>
            <a:ext cx="7005273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F8B976B-7AB7-9B68-ABB3-A8E05D024914}"/>
              </a:ext>
            </a:extLst>
          </p:cNvPr>
          <p:cNvCxnSpPr>
            <a:cxnSpLocks/>
          </p:cNvCxnSpPr>
          <p:nvPr/>
        </p:nvCxnSpPr>
        <p:spPr>
          <a:xfrm flipV="1">
            <a:off x="5613464" y="2825262"/>
            <a:ext cx="1854136" cy="24812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63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47805B-60EF-C9FE-5C0B-AC7583EF5828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3962402" y="768457"/>
            <a:ext cx="2339068" cy="1531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CFBCCF-8CB2-26B1-280D-03992A26E746}"/>
              </a:ext>
            </a:extLst>
          </p:cNvPr>
          <p:cNvGrpSpPr/>
          <p:nvPr/>
        </p:nvGrpSpPr>
        <p:grpSpPr>
          <a:xfrm>
            <a:off x="1364343" y="412057"/>
            <a:ext cx="7855857" cy="6279029"/>
            <a:chOff x="1364343" y="412057"/>
            <a:chExt cx="7855857" cy="627902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119B23F-1C2E-5798-2CCB-BDEDFCF18B79}"/>
                </a:ext>
              </a:extLst>
            </p:cNvPr>
            <p:cNvSpPr/>
            <p:nvPr/>
          </p:nvSpPr>
          <p:spPr>
            <a:xfrm>
              <a:off x="2970895" y="4014107"/>
              <a:ext cx="712800" cy="712800"/>
            </a:xfrm>
            <a:prstGeom prst="ellipse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8390BC-7907-1BCA-E101-5AC4D6DEEE25}"/>
                </a:ext>
              </a:extLst>
            </p:cNvPr>
            <p:cNvSpPr/>
            <p:nvPr/>
          </p:nvSpPr>
          <p:spPr>
            <a:xfrm>
              <a:off x="1364343" y="5471886"/>
              <a:ext cx="711200" cy="1219200"/>
            </a:xfrm>
            <a:prstGeom prst="rect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9801A5D-483E-A65E-E0FB-97E30BCCF4AC}"/>
                </a:ext>
              </a:extLst>
            </p:cNvPr>
            <p:cNvSpPr/>
            <p:nvPr/>
          </p:nvSpPr>
          <p:spPr>
            <a:xfrm>
              <a:off x="2989945" y="1851025"/>
              <a:ext cx="712800" cy="712800"/>
            </a:xfrm>
            <a:prstGeom prst="ellipse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266F5CC-B24F-3650-E0D4-D9A7FEF74A46}"/>
                </a:ext>
              </a:extLst>
            </p:cNvPr>
            <p:cNvSpPr/>
            <p:nvPr/>
          </p:nvSpPr>
          <p:spPr>
            <a:xfrm rot="5400000">
              <a:off x="2997202" y="174171"/>
              <a:ext cx="711200" cy="1219200"/>
            </a:xfrm>
            <a:prstGeom prst="rect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F2DB81-B1E3-E25F-D026-E2464AC8B3C4}"/>
                </a:ext>
              </a:extLst>
            </p:cNvPr>
            <p:cNvSpPr/>
            <p:nvPr/>
          </p:nvSpPr>
          <p:spPr>
            <a:xfrm>
              <a:off x="6301470" y="412057"/>
              <a:ext cx="712800" cy="712800"/>
            </a:xfrm>
            <a:prstGeom prst="ellipse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BB84119-BBDB-9574-5CA4-5835FF042B3F}"/>
                </a:ext>
              </a:extLst>
            </p:cNvPr>
            <p:cNvSpPr/>
            <p:nvPr/>
          </p:nvSpPr>
          <p:spPr>
            <a:xfrm rot="5400000">
              <a:off x="7490734" y="159657"/>
              <a:ext cx="711200" cy="1219200"/>
            </a:xfrm>
            <a:prstGeom prst="rect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7E18C1-550F-AD4E-3389-BFEFD27DC825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1719943" y="4368800"/>
              <a:ext cx="0" cy="110308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8BE21D-4594-B180-BBC0-49FD38F42373}"/>
                </a:ext>
              </a:extLst>
            </p:cNvPr>
            <p:cNvCxnSpPr>
              <a:cxnSpLocks/>
            </p:cNvCxnSpPr>
            <p:nvPr/>
          </p:nvCxnSpPr>
          <p:spPr>
            <a:xfrm>
              <a:off x="1700893" y="4376964"/>
              <a:ext cx="1270002" cy="0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0F87A7-B0C6-8027-0F5D-76991A9182E7}"/>
                </a:ext>
              </a:extLst>
            </p:cNvPr>
            <p:cNvCxnSpPr>
              <a:cxnSpLocks/>
              <a:stCxn id="16" idx="0"/>
              <a:endCxn id="18" idx="4"/>
            </p:cNvCxnSpPr>
            <p:nvPr/>
          </p:nvCxnSpPr>
          <p:spPr>
            <a:xfrm flipV="1">
              <a:off x="3327295" y="2563825"/>
              <a:ext cx="19050" cy="1450282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F37077-7662-96A9-7E6F-BF0B019F9E99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flipV="1">
              <a:off x="3346345" y="1139371"/>
              <a:ext cx="6457" cy="711654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545C57A-BFB4-214C-2BF1-24540B956767}"/>
                </a:ext>
              </a:extLst>
            </p:cNvPr>
            <p:cNvCxnSpPr>
              <a:cxnSpLocks/>
              <a:stCxn id="21" idx="2"/>
              <a:endCxn id="20" idx="6"/>
            </p:cNvCxnSpPr>
            <p:nvPr/>
          </p:nvCxnSpPr>
          <p:spPr>
            <a:xfrm flipH="1" flipV="1">
              <a:off x="7014270" y="768457"/>
              <a:ext cx="222464" cy="800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2EB7C2B-4478-7937-9BA5-70C3EB924F34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8455934" y="768457"/>
              <a:ext cx="764266" cy="800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A18114-1B85-5B3B-33B4-60F97F110763}"/>
              </a:ext>
            </a:extLst>
          </p:cNvPr>
          <p:cNvCxnSpPr/>
          <p:nvPr/>
        </p:nvCxnSpPr>
        <p:spPr>
          <a:xfrm flipV="1">
            <a:off x="1748940" y="5728226"/>
            <a:ext cx="0" cy="515185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012D04-E88E-C9A8-C722-432B78011D8C}"/>
              </a:ext>
            </a:extLst>
          </p:cNvPr>
          <p:cNvCxnSpPr>
            <a:cxnSpLocks/>
          </p:cNvCxnSpPr>
          <p:nvPr/>
        </p:nvCxnSpPr>
        <p:spPr>
          <a:xfrm>
            <a:off x="1748939" y="6243410"/>
            <a:ext cx="58695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6E8BD22-A765-4D9B-DD9E-9C40F525DA0E}"/>
              </a:ext>
            </a:extLst>
          </p:cNvPr>
          <p:cNvCxnSpPr/>
          <p:nvPr/>
        </p:nvCxnSpPr>
        <p:spPr>
          <a:xfrm flipV="1">
            <a:off x="3336821" y="3861780"/>
            <a:ext cx="0" cy="51518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D30C08A-4466-45A3-74DE-87018096CDAC}"/>
              </a:ext>
            </a:extLst>
          </p:cNvPr>
          <p:cNvCxnSpPr>
            <a:cxnSpLocks/>
          </p:cNvCxnSpPr>
          <p:nvPr/>
        </p:nvCxnSpPr>
        <p:spPr>
          <a:xfrm>
            <a:off x="3336820" y="4376964"/>
            <a:ext cx="58695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D481E20-8593-C9A4-C8EC-FB73BA827D84}"/>
              </a:ext>
            </a:extLst>
          </p:cNvPr>
          <p:cNvCxnSpPr/>
          <p:nvPr/>
        </p:nvCxnSpPr>
        <p:spPr>
          <a:xfrm flipV="1">
            <a:off x="3346346" y="1692241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F076F60-B55E-0234-4DD0-4BCF8EE1D81A}"/>
              </a:ext>
            </a:extLst>
          </p:cNvPr>
          <p:cNvCxnSpPr>
            <a:cxnSpLocks/>
          </p:cNvCxnSpPr>
          <p:nvPr/>
        </p:nvCxnSpPr>
        <p:spPr>
          <a:xfrm>
            <a:off x="3346345" y="2207425"/>
            <a:ext cx="586956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F27A6A-2E33-1B9C-25B1-ED86D4BECEBF}"/>
              </a:ext>
            </a:extLst>
          </p:cNvPr>
          <p:cNvCxnSpPr/>
          <p:nvPr/>
        </p:nvCxnSpPr>
        <p:spPr>
          <a:xfrm flipV="1">
            <a:off x="3346346" y="269948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FB00EE-4FFB-3AD4-62B4-E640FBE78AE6}"/>
              </a:ext>
            </a:extLst>
          </p:cNvPr>
          <p:cNvCxnSpPr>
            <a:cxnSpLocks/>
          </p:cNvCxnSpPr>
          <p:nvPr/>
        </p:nvCxnSpPr>
        <p:spPr>
          <a:xfrm>
            <a:off x="3346345" y="785132"/>
            <a:ext cx="58695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539E572-9C6B-DFC3-FAD7-085385B22312}"/>
              </a:ext>
            </a:extLst>
          </p:cNvPr>
          <p:cNvCxnSpPr/>
          <p:nvPr/>
        </p:nvCxnSpPr>
        <p:spPr>
          <a:xfrm flipV="1">
            <a:off x="6667300" y="266206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E557D01-26BD-EC14-51B8-236A73F37C73}"/>
              </a:ext>
            </a:extLst>
          </p:cNvPr>
          <p:cNvCxnSpPr>
            <a:cxnSpLocks/>
          </p:cNvCxnSpPr>
          <p:nvPr/>
        </p:nvCxnSpPr>
        <p:spPr>
          <a:xfrm>
            <a:off x="6672062" y="763102"/>
            <a:ext cx="586956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11BEE0-694C-687F-4651-C28C426BE469}"/>
              </a:ext>
            </a:extLst>
          </p:cNvPr>
          <p:cNvCxnSpPr/>
          <p:nvPr/>
        </p:nvCxnSpPr>
        <p:spPr>
          <a:xfrm flipV="1">
            <a:off x="7703141" y="268587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95FD5D4-4B09-FB24-9AE0-D311FFA4312F}"/>
              </a:ext>
            </a:extLst>
          </p:cNvPr>
          <p:cNvCxnSpPr>
            <a:cxnSpLocks/>
          </p:cNvCxnSpPr>
          <p:nvPr/>
        </p:nvCxnSpPr>
        <p:spPr>
          <a:xfrm>
            <a:off x="7703140" y="783771"/>
            <a:ext cx="58695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7651EB5-F336-2CD0-3F88-38758DB8280D}"/>
              </a:ext>
            </a:extLst>
          </p:cNvPr>
          <p:cNvCxnSpPr/>
          <p:nvPr/>
        </p:nvCxnSpPr>
        <p:spPr>
          <a:xfrm flipV="1">
            <a:off x="9220201" y="260930"/>
            <a:ext cx="0" cy="5151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C194F2-FEC9-F072-979A-A07669000ECB}"/>
              </a:ext>
            </a:extLst>
          </p:cNvPr>
          <p:cNvCxnSpPr>
            <a:cxnSpLocks/>
          </p:cNvCxnSpPr>
          <p:nvPr/>
        </p:nvCxnSpPr>
        <p:spPr>
          <a:xfrm>
            <a:off x="9220200" y="776114"/>
            <a:ext cx="58695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DB1A6D7-4539-D28D-3AB4-823D64AA078D}"/>
              </a:ext>
            </a:extLst>
          </p:cNvPr>
          <p:cNvSpPr txBox="1"/>
          <p:nvPr/>
        </p:nvSpPr>
        <p:spPr>
          <a:xfrm>
            <a:off x="2204770" y="5881431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0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0005F7-AF59-28A6-2120-A95D08CE57A7}"/>
              </a:ext>
            </a:extLst>
          </p:cNvPr>
          <p:cNvSpPr txBox="1"/>
          <p:nvPr/>
        </p:nvSpPr>
        <p:spPr>
          <a:xfrm>
            <a:off x="1408791" y="5400001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0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6739498-9DBD-46BF-C846-E33252E31B90}"/>
              </a:ext>
            </a:extLst>
          </p:cNvPr>
          <p:cNvSpPr/>
          <p:nvPr/>
        </p:nvSpPr>
        <p:spPr>
          <a:xfrm>
            <a:off x="3310344" y="740114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939B33F-7392-3E13-4448-581DF386ACD4}"/>
              </a:ext>
            </a:extLst>
          </p:cNvPr>
          <p:cNvSpPr/>
          <p:nvPr/>
        </p:nvSpPr>
        <p:spPr>
          <a:xfrm>
            <a:off x="3316802" y="2171425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7B28F5E-0D76-A721-F6AC-1983872DB461}"/>
              </a:ext>
            </a:extLst>
          </p:cNvPr>
          <p:cNvSpPr/>
          <p:nvPr/>
        </p:nvSpPr>
        <p:spPr>
          <a:xfrm>
            <a:off x="3296058" y="4340964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9DA7A88-4BCC-A736-04F2-4E08941576CF}"/>
              </a:ext>
            </a:extLst>
          </p:cNvPr>
          <p:cNvSpPr/>
          <p:nvPr/>
        </p:nvSpPr>
        <p:spPr>
          <a:xfrm>
            <a:off x="1712938" y="6207410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EFFAE76-1586-233E-49C1-73F01CE6EEFB}"/>
              </a:ext>
            </a:extLst>
          </p:cNvPr>
          <p:cNvSpPr/>
          <p:nvPr/>
        </p:nvSpPr>
        <p:spPr>
          <a:xfrm>
            <a:off x="6632551" y="727102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9051BB2-6304-1D40-FE78-8C11CCEEC5C4}"/>
              </a:ext>
            </a:extLst>
          </p:cNvPr>
          <p:cNvSpPr/>
          <p:nvPr/>
        </p:nvSpPr>
        <p:spPr>
          <a:xfrm>
            <a:off x="7666167" y="737733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352BDCB-6187-D26F-F5B6-3C5394020A39}"/>
              </a:ext>
            </a:extLst>
          </p:cNvPr>
          <p:cNvSpPr/>
          <p:nvPr/>
        </p:nvSpPr>
        <p:spPr>
          <a:xfrm>
            <a:off x="9184593" y="737733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769B97-A265-245E-CB56-552A85FB9CBD}"/>
              </a:ext>
            </a:extLst>
          </p:cNvPr>
          <p:cNvSpPr txBox="1"/>
          <p:nvPr/>
        </p:nvSpPr>
        <p:spPr>
          <a:xfrm>
            <a:off x="1329685" y="6024064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0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B1C43C-FA52-9E09-39F0-FA828AE23459}"/>
              </a:ext>
            </a:extLst>
          </p:cNvPr>
          <p:cNvSpPr txBox="1"/>
          <p:nvPr/>
        </p:nvSpPr>
        <p:spPr>
          <a:xfrm>
            <a:off x="3881698" y="4134452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1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11B833-0FBE-AB1C-275D-FAC6A8CA5DC9}"/>
              </a:ext>
            </a:extLst>
          </p:cNvPr>
          <p:cNvSpPr txBox="1"/>
          <p:nvPr/>
        </p:nvSpPr>
        <p:spPr>
          <a:xfrm>
            <a:off x="2929449" y="3631879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1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7BFFE4-62C3-42B8-56C8-858A9E11D46F}"/>
              </a:ext>
            </a:extLst>
          </p:cNvPr>
          <p:cNvSpPr txBox="1"/>
          <p:nvPr/>
        </p:nvSpPr>
        <p:spPr>
          <a:xfrm>
            <a:off x="3006613" y="4277085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1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9FC132-07E5-7F0C-19F9-75FFB7AA4D50}"/>
              </a:ext>
            </a:extLst>
          </p:cNvPr>
          <p:cNvSpPr txBox="1"/>
          <p:nvPr/>
        </p:nvSpPr>
        <p:spPr>
          <a:xfrm>
            <a:off x="3878484" y="1949365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2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220A81-AE40-DE05-595E-24BC9720F7D1}"/>
              </a:ext>
            </a:extLst>
          </p:cNvPr>
          <p:cNvSpPr txBox="1"/>
          <p:nvPr/>
        </p:nvSpPr>
        <p:spPr>
          <a:xfrm>
            <a:off x="2926235" y="1446792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2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2DC550-E228-B20F-9823-60C79EECADB4}"/>
              </a:ext>
            </a:extLst>
          </p:cNvPr>
          <p:cNvSpPr txBox="1"/>
          <p:nvPr/>
        </p:nvSpPr>
        <p:spPr>
          <a:xfrm>
            <a:off x="3003399" y="2091998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2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C5CF8A-CF68-0A1F-86FF-56B7BC4F45A2}"/>
              </a:ext>
            </a:extLst>
          </p:cNvPr>
          <p:cNvSpPr txBox="1"/>
          <p:nvPr/>
        </p:nvSpPr>
        <p:spPr>
          <a:xfrm>
            <a:off x="3920302" y="412057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3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B5303B-60B8-5FCE-C835-8C2F3A2F15AD}"/>
              </a:ext>
            </a:extLst>
          </p:cNvPr>
          <p:cNvSpPr txBox="1"/>
          <p:nvPr/>
        </p:nvSpPr>
        <p:spPr>
          <a:xfrm>
            <a:off x="2942033" y="7146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3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DFCB0F-2E5B-2714-5C8A-5C5C3007FA7A}"/>
              </a:ext>
            </a:extLst>
          </p:cNvPr>
          <p:cNvSpPr txBox="1"/>
          <p:nvPr/>
        </p:nvSpPr>
        <p:spPr>
          <a:xfrm>
            <a:off x="3019197" y="716672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3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75B9BE-49B8-765B-3CAE-C67F57828645}"/>
              </a:ext>
            </a:extLst>
          </p:cNvPr>
          <p:cNvSpPr txBox="1"/>
          <p:nvPr/>
        </p:nvSpPr>
        <p:spPr>
          <a:xfrm>
            <a:off x="7195453" y="395523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4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B00EAE-1BEF-C9AE-DDE9-3DE85B3A4993}"/>
              </a:ext>
            </a:extLst>
          </p:cNvPr>
          <p:cNvSpPr txBox="1"/>
          <p:nvPr/>
        </p:nvSpPr>
        <p:spPr>
          <a:xfrm>
            <a:off x="6280749" y="0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4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93AF26-B05F-9216-46FA-2F0056CFF0EE}"/>
              </a:ext>
            </a:extLst>
          </p:cNvPr>
          <p:cNvSpPr txBox="1"/>
          <p:nvPr/>
        </p:nvSpPr>
        <p:spPr>
          <a:xfrm>
            <a:off x="6357913" y="64520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4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7C14D2-DC8F-E144-1593-0F224428C7E7}"/>
              </a:ext>
            </a:extLst>
          </p:cNvPr>
          <p:cNvSpPr txBox="1"/>
          <p:nvPr/>
        </p:nvSpPr>
        <p:spPr>
          <a:xfrm>
            <a:off x="8063753" y="405582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5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F56235-52EC-FAB2-0478-EDE37DBA5BF3}"/>
              </a:ext>
            </a:extLst>
          </p:cNvPr>
          <p:cNvSpPr txBox="1"/>
          <p:nvPr/>
        </p:nvSpPr>
        <p:spPr>
          <a:xfrm>
            <a:off x="7323657" y="71466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5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C2C0B52-E8CD-6604-A811-7DDFC30DE1FA}"/>
              </a:ext>
            </a:extLst>
          </p:cNvPr>
          <p:cNvSpPr txBox="1"/>
          <p:nvPr/>
        </p:nvSpPr>
        <p:spPr>
          <a:xfrm>
            <a:off x="7400821" y="716672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5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B73440A-2E94-8266-E0C0-55E25A3D3D07}"/>
              </a:ext>
            </a:extLst>
          </p:cNvPr>
          <p:cNvSpPr txBox="1"/>
          <p:nvPr/>
        </p:nvSpPr>
        <p:spPr>
          <a:xfrm>
            <a:off x="9538118" y="395523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Z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6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8772B62-BD74-B8FA-3CB8-0E4AA013B05A}"/>
              </a:ext>
            </a:extLst>
          </p:cNvPr>
          <p:cNvSpPr txBox="1"/>
          <p:nvPr/>
        </p:nvSpPr>
        <p:spPr>
          <a:xfrm>
            <a:off x="8798022" y="61407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X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6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28C512-07F7-5DFC-5514-7282548EE610}"/>
              </a:ext>
            </a:extLst>
          </p:cNvPr>
          <p:cNvSpPr txBox="1"/>
          <p:nvPr/>
        </p:nvSpPr>
        <p:spPr>
          <a:xfrm>
            <a:off x="8875186" y="706613"/>
            <a:ext cx="68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Y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Std" panose="02070409020205020404" pitchFamily="49" charset="0"/>
              </a:rPr>
              <a:t>6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Courier Std" panose="020704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3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99741A6-3E31-61A7-B842-136C5FC6CD89}"/>
              </a:ext>
            </a:extLst>
          </p:cNvPr>
          <p:cNvCxnSpPr>
            <a:cxnSpLocks/>
          </p:cNvCxnSpPr>
          <p:nvPr/>
        </p:nvCxnSpPr>
        <p:spPr>
          <a:xfrm flipV="1">
            <a:off x="1655970" y="4747057"/>
            <a:ext cx="4975" cy="25184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5823400-A24E-190B-DAED-F55F300A8ED1}"/>
              </a:ext>
            </a:extLst>
          </p:cNvPr>
          <p:cNvCxnSpPr>
            <a:cxnSpLocks/>
          </p:cNvCxnSpPr>
          <p:nvPr/>
        </p:nvCxnSpPr>
        <p:spPr>
          <a:xfrm>
            <a:off x="1222867" y="4152900"/>
            <a:ext cx="872633" cy="1254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51859B8-AF85-6AB5-0FBC-3BC17569E7B1}"/>
              </a:ext>
            </a:extLst>
          </p:cNvPr>
          <p:cNvCxnSpPr>
            <a:cxnSpLocks/>
          </p:cNvCxnSpPr>
          <p:nvPr/>
        </p:nvCxnSpPr>
        <p:spPr>
          <a:xfrm flipV="1">
            <a:off x="7796442" y="1602728"/>
            <a:ext cx="35829" cy="570366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01C89ED-771C-CD40-6069-E1596A2DD2D6}"/>
              </a:ext>
            </a:extLst>
          </p:cNvPr>
          <p:cNvCxnSpPr>
            <a:cxnSpLocks/>
          </p:cNvCxnSpPr>
          <p:nvPr/>
        </p:nvCxnSpPr>
        <p:spPr>
          <a:xfrm flipV="1">
            <a:off x="3052096" y="4152900"/>
            <a:ext cx="4975" cy="25184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C0CCD73-C8EF-B6F6-88A8-5713435D13AA}"/>
              </a:ext>
            </a:extLst>
          </p:cNvPr>
          <p:cNvCxnSpPr>
            <a:cxnSpLocks/>
          </p:cNvCxnSpPr>
          <p:nvPr/>
        </p:nvCxnSpPr>
        <p:spPr>
          <a:xfrm flipV="1">
            <a:off x="1649185" y="-1205949"/>
            <a:ext cx="37617" cy="747974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FCEF331-A2BF-3D52-552C-AEFBB9A049E5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652542" y="4152900"/>
            <a:ext cx="1314529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3EAED9E-E9EC-0D38-642B-28E5E68C8501}"/>
              </a:ext>
            </a:extLst>
          </p:cNvPr>
          <p:cNvCxnSpPr>
            <a:cxnSpLocks/>
          </p:cNvCxnSpPr>
          <p:nvPr/>
        </p:nvCxnSpPr>
        <p:spPr>
          <a:xfrm flipH="1">
            <a:off x="7149773" y="-726547"/>
            <a:ext cx="1186340" cy="43756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99405C5-180E-891B-CF3D-11E86332CE11}"/>
              </a:ext>
            </a:extLst>
          </p:cNvPr>
          <p:cNvCxnSpPr>
            <a:cxnSpLocks/>
          </p:cNvCxnSpPr>
          <p:nvPr/>
        </p:nvCxnSpPr>
        <p:spPr>
          <a:xfrm flipH="1">
            <a:off x="7829126" y="1152106"/>
            <a:ext cx="1186340" cy="43756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B9EF2C9-0560-68E6-4B9D-03CFE3D986C6}"/>
              </a:ext>
            </a:extLst>
          </p:cNvPr>
          <p:cNvCxnSpPr>
            <a:cxnSpLocks/>
          </p:cNvCxnSpPr>
          <p:nvPr/>
        </p:nvCxnSpPr>
        <p:spPr>
          <a:xfrm flipH="1" flipV="1">
            <a:off x="3868306" y="-526958"/>
            <a:ext cx="630911" cy="12926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DE24912-97FC-B95E-A261-9C8B62671F2B}"/>
              </a:ext>
            </a:extLst>
          </p:cNvPr>
          <p:cNvCxnSpPr>
            <a:cxnSpLocks/>
          </p:cNvCxnSpPr>
          <p:nvPr/>
        </p:nvCxnSpPr>
        <p:spPr>
          <a:xfrm flipH="1" flipV="1">
            <a:off x="6533703" y="-1559302"/>
            <a:ext cx="630911" cy="12926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6CC7692C-2FE7-BFC1-072D-5D3A85EB2400}"/>
              </a:ext>
            </a:extLst>
          </p:cNvPr>
          <p:cNvSpPr/>
          <p:nvPr/>
        </p:nvSpPr>
        <p:spPr>
          <a:xfrm rot="758323">
            <a:off x="3642143" y="-229451"/>
            <a:ext cx="1526078" cy="1685646"/>
          </a:xfrm>
          <a:prstGeom prst="arc">
            <a:avLst>
              <a:gd name="adj1" fmla="val 17314971"/>
              <a:gd name="adj2" fmla="val 202858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28E9FB2-FB97-ABB3-46F9-22801386ED93}"/>
              </a:ext>
            </a:extLst>
          </p:cNvPr>
          <p:cNvSpPr/>
          <p:nvPr/>
        </p:nvSpPr>
        <p:spPr>
          <a:xfrm rot="2714904">
            <a:off x="4131633" y="5121"/>
            <a:ext cx="1380437" cy="1475493"/>
          </a:xfrm>
          <a:prstGeom prst="arc">
            <a:avLst>
              <a:gd name="adj1" fmla="val 17182571"/>
              <a:gd name="adj2" fmla="val 202841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6E1ED67F-2CD4-D958-C33D-F896D0D9C704}"/>
              </a:ext>
            </a:extLst>
          </p:cNvPr>
          <p:cNvSpPr/>
          <p:nvPr/>
        </p:nvSpPr>
        <p:spPr>
          <a:xfrm rot="6142720">
            <a:off x="3569236" y="-74369"/>
            <a:ext cx="1484403" cy="1576354"/>
          </a:xfrm>
          <a:prstGeom prst="arc">
            <a:avLst>
              <a:gd name="adj1" fmla="val 16327630"/>
              <a:gd name="adj2" fmla="val 2146193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BF5C4D-446C-6815-85BA-0405F08CAF33}"/>
              </a:ext>
            </a:extLst>
          </p:cNvPr>
          <p:cNvCxnSpPr>
            <a:cxnSpLocks/>
          </p:cNvCxnSpPr>
          <p:nvPr/>
        </p:nvCxnSpPr>
        <p:spPr>
          <a:xfrm flipV="1">
            <a:off x="3648383" y="-665698"/>
            <a:ext cx="1407886" cy="338908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8DAA90B-2332-4B8B-0E3C-C3E8E5B42237}"/>
              </a:ext>
            </a:extLst>
          </p:cNvPr>
          <p:cNvCxnSpPr>
            <a:cxnSpLocks/>
          </p:cNvCxnSpPr>
          <p:nvPr/>
        </p:nvCxnSpPr>
        <p:spPr>
          <a:xfrm flipV="1">
            <a:off x="3057071" y="763814"/>
            <a:ext cx="1407886" cy="338908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E82F90-3341-16A2-D5C9-46E54689C775}"/>
              </a:ext>
            </a:extLst>
          </p:cNvPr>
          <p:cNvCxnSpPr>
            <a:cxnSpLocks/>
          </p:cNvCxnSpPr>
          <p:nvPr/>
        </p:nvCxnSpPr>
        <p:spPr>
          <a:xfrm flipV="1">
            <a:off x="4464957" y="-266700"/>
            <a:ext cx="2699657" cy="1030514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2C389B-166B-ECD3-6CC1-CA527B8CD4B0}"/>
              </a:ext>
            </a:extLst>
          </p:cNvPr>
          <p:cNvCxnSpPr>
            <a:cxnSpLocks/>
          </p:cNvCxnSpPr>
          <p:nvPr/>
        </p:nvCxnSpPr>
        <p:spPr>
          <a:xfrm flipH="1" flipV="1">
            <a:off x="7164614" y="-281214"/>
            <a:ext cx="696686" cy="18578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581F33-8EE3-D3EA-C861-B97F3EC16A65}"/>
              </a:ext>
            </a:extLst>
          </p:cNvPr>
          <p:cNvCxnSpPr/>
          <p:nvPr/>
        </p:nvCxnSpPr>
        <p:spPr>
          <a:xfrm>
            <a:off x="7861300" y="1576614"/>
            <a:ext cx="1738376" cy="54936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E0845C8-9961-F922-E9CC-31516A5E364B}"/>
              </a:ext>
            </a:extLst>
          </p:cNvPr>
          <p:cNvSpPr/>
          <p:nvPr/>
        </p:nvSpPr>
        <p:spPr>
          <a:xfrm>
            <a:off x="7771300" y="1512728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946DC6-FD5E-A67F-8F01-1CD5B189D616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464957" y="763814"/>
            <a:ext cx="3306343" cy="83891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47B028-59F3-AE83-6431-9564AF23372B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3057071" y="1666368"/>
            <a:ext cx="4740589" cy="24865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F6739498-9DBD-46BF-C846-E33252E31B90}"/>
              </a:ext>
            </a:extLst>
          </p:cNvPr>
          <p:cNvSpPr/>
          <p:nvPr/>
        </p:nvSpPr>
        <p:spPr>
          <a:xfrm>
            <a:off x="4374957" y="647700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D57EE1-8119-04F4-B22E-0DF7EB905106}"/>
              </a:ext>
            </a:extLst>
          </p:cNvPr>
          <p:cNvSpPr/>
          <p:nvPr/>
        </p:nvSpPr>
        <p:spPr>
          <a:xfrm>
            <a:off x="2967071" y="4062900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4C10FB-4163-2B40-F239-C5D5456524C0}"/>
                  </a:ext>
                </a:extLst>
              </p:cNvPr>
              <p:cNvSpPr txBox="1"/>
              <p:nvPr/>
            </p:nvSpPr>
            <p:spPr>
              <a:xfrm>
                <a:off x="4194278" y="862436"/>
                <a:ext cx="680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4C10FB-4163-2B40-F239-C5D54565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278" y="862436"/>
                <a:ext cx="68029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61449A-3F4A-A72E-5DE7-ACFED216CFD8}"/>
                  </a:ext>
                </a:extLst>
              </p:cNvPr>
              <p:cNvSpPr txBox="1"/>
              <p:nvPr/>
            </p:nvSpPr>
            <p:spPr>
              <a:xfrm>
                <a:off x="4754455" y="565319"/>
                <a:ext cx="680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61449A-3F4A-A72E-5DE7-ACFED216C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455" y="565319"/>
                <a:ext cx="68029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89B1C6-FC96-FAFD-0F8C-25A3008C1285}"/>
                  </a:ext>
                </a:extLst>
              </p:cNvPr>
              <p:cNvSpPr txBox="1"/>
              <p:nvPr/>
            </p:nvSpPr>
            <p:spPr>
              <a:xfrm>
                <a:off x="4514911" y="195066"/>
                <a:ext cx="680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03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89B1C6-FC96-FAFD-0F8C-25A3008C1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911" y="195066"/>
                <a:ext cx="68029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7365CE-B35A-906E-97F1-9F724CD9E774}"/>
                  </a:ext>
                </a:extLst>
              </p:cNvPr>
              <p:cNvSpPr txBox="1"/>
              <p:nvPr/>
            </p:nvSpPr>
            <p:spPr>
              <a:xfrm rot="805713">
                <a:off x="5186681" y="1042915"/>
                <a:ext cx="150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7365CE-B35A-906E-97F1-9F724CD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05713">
                <a:off x="5186681" y="1042915"/>
                <a:ext cx="150829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E7EC8-E5E2-1C9A-F79D-EF122C71FD00}"/>
                  </a:ext>
                </a:extLst>
              </p:cNvPr>
              <p:cNvSpPr txBox="1"/>
              <p:nvPr/>
            </p:nvSpPr>
            <p:spPr>
              <a:xfrm rot="19884933">
                <a:off x="4692061" y="2465641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E7EC8-E5E2-1C9A-F79D-EF122C71F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84933">
                <a:off x="4692061" y="2465641"/>
                <a:ext cx="136284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443DC8D-259D-9515-922B-F9BF58A63133}"/>
              </a:ext>
            </a:extLst>
          </p:cNvPr>
          <p:cNvSpPr/>
          <p:nvPr/>
        </p:nvSpPr>
        <p:spPr>
          <a:xfrm rot="20390378">
            <a:off x="7054220" y="-279842"/>
            <a:ext cx="360000" cy="360000"/>
          </a:xfrm>
          <a:prstGeom prst="triangle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3ECE265-E61F-F71E-07F4-BA338FCF3BB7}"/>
              </a:ext>
            </a:extLst>
          </p:cNvPr>
          <p:cNvSpPr/>
          <p:nvPr/>
        </p:nvSpPr>
        <p:spPr>
          <a:xfrm rot="9590378">
            <a:off x="7184237" y="63002"/>
            <a:ext cx="360000" cy="360000"/>
          </a:xfrm>
          <a:prstGeom prst="triangle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1BB6BF5-EC1A-1B61-7DF3-4309DA87B31E}"/>
              </a:ext>
            </a:extLst>
          </p:cNvPr>
          <p:cNvSpPr/>
          <p:nvPr/>
        </p:nvSpPr>
        <p:spPr>
          <a:xfrm rot="17335117">
            <a:off x="8127483" y="1354804"/>
            <a:ext cx="363890" cy="726649"/>
          </a:xfrm>
          <a:custGeom>
            <a:avLst/>
            <a:gdLst>
              <a:gd name="connsiteX0" fmla="*/ 363890 w 363890"/>
              <a:gd name="connsiteY0" fmla="*/ 366649 h 726649"/>
              <a:gd name="connsiteX1" fmla="*/ 183890 w 363890"/>
              <a:gd name="connsiteY1" fmla="*/ 726649 h 726649"/>
              <a:gd name="connsiteX2" fmla="*/ 3890 w 363890"/>
              <a:gd name="connsiteY2" fmla="*/ 366649 h 726649"/>
              <a:gd name="connsiteX3" fmla="*/ 180000 w 363890"/>
              <a:gd name="connsiteY3" fmla="*/ 0 h 726649"/>
              <a:gd name="connsiteX4" fmla="*/ 360000 w 363890"/>
              <a:gd name="connsiteY4" fmla="*/ 360000 h 726649"/>
              <a:gd name="connsiteX5" fmla="*/ 0 w 363890"/>
              <a:gd name="connsiteY5" fmla="*/ 360000 h 7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90" h="726649">
                <a:moveTo>
                  <a:pt x="363890" y="366649"/>
                </a:moveTo>
                <a:lnTo>
                  <a:pt x="183890" y="726649"/>
                </a:lnTo>
                <a:lnTo>
                  <a:pt x="3890" y="366649"/>
                </a:lnTo>
                <a:close/>
                <a:moveTo>
                  <a:pt x="180000" y="0"/>
                </a:moveTo>
                <a:lnTo>
                  <a:pt x="360000" y="360000"/>
                </a:lnTo>
                <a:lnTo>
                  <a:pt x="0" y="360000"/>
                </a:lnTo>
                <a:close/>
              </a:path>
            </a:pathLst>
          </a:cu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CEEDEAA-44F3-95BC-521F-2BD26744638B}"/>
              </a:ext>
            </a:extLst>
          </p:cNvPr>
          <p:cNvCxnSpPr>
            <a:cxnSpLocks/>
          </p:cNvCxnSpPr>
          <p:nvPr/>
        </p:nvCxnSpPr>
        <p:spPr>
          <a:xfrm flipV="1">
            <a:off x="3858820" y="-1566482"/>
            <a:ext cx="2699657" cy="103051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75E3D9-36C2-6E98-6F73-D625F8F26370}"/>
              </a:ext>
            </a:extLst>
          </p:cNvPr>
          <p:cNvCxnSpPr>
            <a:cxnSpLocks/>
          </p:cNvCxnSpPr>
          <p:nvPr/>
        </p:nvCxnSpPr>
        <p:spPr>
          <a:xfrm flipH="1" flipV="1">
            <a:off x="8336113" y="-705019"/>
            <a:ext cx="696686" cy="185782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E08EE3-AE2A-0BAD-9DAA-6CFB2A403DEB}"/>
              </a:ext>
            </a:extLst>
          </p:cNvPr>
          <p:cNvCxnSpPr>
            <a:cxnSpLocks/>
          </p:cNvCxnSpPr>
          <p:nvPr/>
        </p:nvCxnSpPr>
        <p:spPr>
          <a:xfrm flipH="1" flipV="1">
            <a:off x="3039520" y="292390"/>
            <a:ext cx="1324830" cy="4830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A48A6EE-D28F-DE01-9E4C-8BFF88424C38}"/>
              </a:ext>
            </a:extLst>
          </p:cNvPr>
          <p:cNvCxnSpPr>
            <a:cxnSpLocks/>
          </p:cNvCxnSpPr>
          <p:nvPr/>
        </p:nvCxnSpPr>
        <p:spPr>
          <a:xfrm flipV="1">
            <a:off x="1618795" y="313501"/>
            <a:ext cx="1407886" cy="33890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BC3746A-3DD8-076F-731A-8D4309BA252E}"/>
              </a:ext>
            </a:extLst>
          </p:cNvPr>
          <p:cNvCxnSpPr>
            <a:cxnSpLocks/>
          </p:cNvCxnSpPr>
          <p:nvPr/>
        </p:nvCxnSpPr>
        <p:spPr>
          <a:xfrm flipH="1" flipV="1">
            <a:off x="1686802" y="3669880"/>
            <a:ext cx="1324830" cy="4830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9016618-2CA7-61DC-0FD4-572F748ABE55}"/>
                  </a:ext>
                </a:extLst>
              </p:cNvPr>
              <p:cNvSpPr txBox="1"/>
              <p:nvPr/>
            </p:nvSpPr>
            <p:spPr>
              <a:xfrm>
                <a:off x="1222867" y="1810621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9016618-2CA7-61DC-0FD4-572F748AB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867" y="1810621"/>
                <a:ext cx="136284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F854A06-5249-E90C-78A2-40DE69B82C8C}"/>
                  </a:ext>
                </a:extLst>
              </p:cNvPr>
              <p:cNvSpPr txBox="1"/>
              <p:nvPr/>
            </p:nvSpPr>
            <p:spPr>
              <a:xfrm>
                <a:off x="4250066" y="-1436781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F854A06-5249-E90C-78A2-40DE69B82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066" y="-1436781"/>
                <a:ext cx="1362841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FD5CE4-FB54-F751-3D24-DC3661F56FBA}"/>
                  </a:ext>
                </a:extLst>
              </p:cNvPr>
              <p:cNvSpPr txBox="1"/>
              <p:nvPr/>
            </p:nvSpPr>
            <p:spPr>
              <a:xfrm>
                <a:off x="8215341" y="-180102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BFD5CE4-FB54-F751-3D24-DC3661F56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341" y="-180102"/>
                <a:ext cx="1362841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7042B41-4786-24F6-F253-66CCE50A9024}"/>
              </a:ext>
            </a:extLst>
          </p:cNvPr>
          <p:cNvCxnSpPr>
            <a:cxnSpLocks/>
          </p:cNvCxnSpPr>
          <p:nvPr/>
        </p:nvCxnSpPr>
        <p:spPr>
          <a:xfrm flipV="1">
            <a:off x="9481806" y="1743528"/>
            <a:ext cx="235739" cy="740229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D8C9F84-EC96-07A5-9E49-D8C84A80F461}"/>
              </a:ext>
            </a:extLst>
          </p:cNvPr>
          <p:cNvCxnSpPr>
            <a:cxnSpLocks/>
          </p:cNvCxnSpPr>
          <p:nvPr/>
        </p:nvCxnSpPr>
        <p:spPr>
          <a:xfrm>
            <a:off x="9478631" y="2467882"/>
            <a:ext cx="308645" cy="914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41D2AEC-B294-5CDC-0F03-4B41626594BC}"/>
              </a:ext>
            </a:extLst>
          </p:cNvPr>
          <p:cNvCxnSpPr>
            <a:cxnSpLocks/>
          </p:cNvCxnSpPr>
          <p:nvPr/>
        </p:nvCxnSpPr>
        <p:spPr>
          <a:xfrm>
            <a:off x="9710065" y="1759869"/>
            <a:ext cx="308645" cy="914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2CEC517-87ED-CCE8-F549-02FFDDEFCC43}"/>
              </a:ext>
            </a:extLst>
          </p:cNvPr>
          <p:cNvCxnSpPr>
            <a:cxnSpLocks/>
          </p:cNvCxnSpPr>
          <p:nvPr/>
        </p:nvCxnSpPr>
        <p:spPr>
          <a:xfrm flipV="1">
            <a:off x="1649185" y="2108039"/>
            <a:ext cx="7950490" cy="414804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2CE287B-4AA2-B58C-246E-202A91C3162D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1651064" y="1692728"/>
            <a:ext cx="6210236" cy="45633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E9366E8-B3D8-E3C8-BADB-5AF99553D5A5}"/>
              </a:ext>
            </a:extLst>
          </p:cNvPr>
          <p:cNvCxnSpPr>
            <a:cxnSpLocks/>
          </p:cNvCxnSpPr>
          <p:nvPr/>
        </p:nvCxnSpPr>
        <p:spPr>
          <a:xfrm flipV="1">
            <a:off x="1649185" y="4152900"/>
            <a:ext cx="0" cy="21209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B9F7E04-B7BE-F971-C982-AEF57235BC55}"/>
                  </a:ext>
                </a:extLst>
              </p:cNvPr>
              <p:cNvSpPr txBox="1"/>
              <p:nvPr/>
            </p:nvSpPr>
            <p:spPr>
              <a:xfrm rot="19317817">
                <a:off x="5707371" y="2811490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B9F7E04-B7BE-F971-C982-AEF57235B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17817">
                <a:off x="5707371" y="2811490"/>
                <a:ext cx="1362841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96E8D0C-EEB1-AEF7-12A5-AB4494CAC684}"/>
                  </a:ext>
                </a:extLst>
              </p:cNvPr>
              <p:cNvSpPr txBox="1"/>
              <p:nvPr/>
            </p:nvSpPr>
            <p:spPr>
              <a:xfrm rot="19826193">
                <a:off x="6752558" y="3326682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06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96E8D0C-EEB1-AEF7-12A5-AB4494CAC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26193">
                <a:off x="6752558" y="3326682"/>
                <a:ext cx="1362841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4CD3C4D-A9B5-5808-7B29-4758D5717108}"/>
              </a:ext>
            </a:extLst>
          </p:cNvPr>
          <p:cNvCxnSpPr>
            <a:cxnSpLocks/>
          </p:cNvCxnSpPr>
          <p:nvPr/>
        </p:nvCxnSpPr>
        <p:spPr>
          <a:xfrm>
            <a:off x="1649185" y="6256080"/>
            <a:ext cx="7983768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DB6B5C3-9D82-6167-08E4-7945E8F9805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204365" y="1602728"/>
            <a:ext cx="6566935" cy="7388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5B03D04-8E75-0320-A1F4-EE5DA6BDD76D}"/>
              </a:ext>
            </a:extLst>
          </p:cNvPr>
          <p:cNvCxnSpPr>
            <a:cxnSpLocks/>
          </p:cNvCxnSpPr>
          <p:nvPr/>
        </p:nvCxnSpPr>
        <p:spPr>
          <a:xfrm flipH="1" flipV="1">
            <a:off x="1204365" y="1666368"/>
            <a:ext cx="20844" cy="250300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EC099AD-91B7-9570-9744-8C39D19ACB04}"/>
              </a:ext>
            </a:extLst>
          </p:cNvPr>
          <p:cNvCxnSpPr>
            <a:cxnSpLocks/>
          </p:cNvCxnSpPr>
          <p:nvPr/>
        </p:nvCxnSpPr>
        <p:spPr>
          <a:xfrm>
            <a:off x="1207083" y="6256080"/>
            <a:ext cx="365076" cy="177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CE852E7-6A65-9112-64ED-3506CD3E5980}"/>
              </a:ext>
            </a:extLst>
          </p:cNvPr>
          <p:cNvCxnSpPr>
            <a:cxnSpLocks/>
          </p:cNvCxnSpPr>
          <p:nvPr/>
        </p:nvCxnSpPr>
        <p:spPr>
          <a:xfrm flipH="1">
            <a:off x="3097535" y="6671391"/>
            <a:ext cx="469702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306D9BB-29A1-7EF1-2556-D24CEA3A7BC3}"/>
              </a:ext>
            </a:extLst>
          </p:cNvPr>
          <p:cNvCxnSpPr>
            <a:cxnSpLocks/>
          </p:cNvCxnSpPr>
          <p:nvPr/>
        </p:nvCxnSpPr>
        <p:spPr>
          <a:xfrm flipH="1">
            <a:off x="1686802" y="7306391"/>
            <a:ext cx="614232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A459431-E654-CA46-34BE-F765AB3A1E2C}"/>
                  </a:ext>
                </a:extLst>
              </p:cNvPr>
              <p:cNvSpPr txBox="1"/>
              <p:nvPr/>
            </p:nvSpPr>
            <p:spPr>
              <a:xfrm>
                <a:off x="4778297" y="6666506"/>
                <a:ext cx="1362841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A459431-E654-CA46-34BE-F765AB3A1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97" y="6666506"/>
                <a:ext cx="1362841" cy="494751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3968DFE8-7DFE-5BF2-FBB0-FD4573CAC74C}"/>
                  </a:ext>
                </a:extLst>
              </p:cNvPr>
              <p:cNvSpPr txBox="1"/>
              <p:nvPr/>
            </p:nvSpPr>
            <p:spPr>
              <a:xfrm>
                <a:off x="4579370" y="7355299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3968DFE8-7DFE-5BF2-FBB0-FD4573CAC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370" y="7355299"/>
                <a:ext cx="1362841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C422285-E4B8-0B80-E7FF-3C3BB7E4273F}"/>
                  </a:ext>
                </a:extLst>
              </p:cNvPr>
              <p:cNvSpPr txBox="1"/>
              <p:nvPr/>
            </p:nvSpPr>
            <p:spPr>
              <a:xfrm>
                <a:off x="325839" y="5045937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C422285-E4B8-0B80-E7FF-3C3BB7E42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39" y="5045937"/>
                <a:ext cx="1362841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81F0AEA-7150-AF38-DFB1-30B75E5D3CBF}"/>
              </a:ext>
            </a:extLst>
          </p:cNvPr>
          <p:cNvCxnSpPr>
            <a:cxnSpLocks/>
          </p:cNvCxnSpPr>
          <p:nvPr/>
        </p:nvCxnSpPr>
        <p:spPr>
          <a:xfrm flipV="1">
            <a:off x="1225209" y="4242900"/>
            <a:ext cx="0" cy="20309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8143FB6-861A-0AFC-C9EC-7A5D80B9DDA8}"/>
                  </a:ext>
                </a:extLst>
              </p:cNvPr>
              <p:cNvSpPr txBox="1"/>
              <p:nvPr/>
            </p:nvSpPr>
            <p:spPr>
              <a:xfrm>
                <a:off x="184242" y="2619147"/>
                <a:ext cx="1362841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8143FB6-861A-0AFC-C9EC-7A5D80B9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42" y="2619147"/>
                <a:ext cx="1362841" cy="494751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869EEC37-0693-F717-CF80-55C2E48DEE50}"/>
              </a:ext>
            </a:extLst>
          </p:cNvPr>
          <p:cNvSpPr/>
          <p:nvPr/>
        </p:nvSpPr>
        <p:spPr>
          <a:xfrm>
            <a:off x="1465803" y="4617666"/>
            <a:ext cx="363890" cy="726649"/>
          </a:xfrm>
          <a:custGeom>
            <a:avLst/>
            <a:gdLst>
              <a:gd name="connsiteX0" fmla="*/ 363890 w 363890"/>
              <a:gd name="connsiteY0" fmla="*/ 366649 h 726649"/>
              <a:gd name="connsiteX1" fmla="*/ 183890 w 363890"/>
              <a:gd name="connsiteY1" fmla="*/ 726649 h 726649"/>
              <a:gd name="connsiteX2" fmla="*/ 3890 w 363890"/>
              <a:gd name="connsiteY2" fmla="*/ 366649 h 726649"/>
              <a:gd name="connsiteX3" fmla="*/ 180000 w 363890"/>
              <a:gd name="connsiteY3" fmla="*/ 0 h 726649"/>
              <a:gd name="connsiteX4" fmla="*/ 360000 w 363890"/>
              <a:gd name="connsiteY4" fmla="*/ 360000 h 726649"/>
              <a:gd name="connsiteX5" fmla="*/ 0 w 363890"/>
              <a:gd name="connsiteY5" fmla="*/ 360000 h 7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90" h="726649">
                <a:moveTo>
                  <a:pt x="363890" y="366649"/>
                </a:moveTo>
                <a:lnTo>
                  <a:pt x="183890" y="726649"/>
                </a:lnTo>
                <a:lnTo>
                  <a:pt x="3890" y="366649"/>
                </a:lnTo>
                <a:close/>
                <a:moveTo>
                  <a:pt x="180000" y="0"/>
                </a:moveTo>
                <a:lnTo>
                  <a:pt x="360000" y="360000"/>
                </a:lnTo>
                <a:lnTo>
                  <a:pt x="0" y="360000"/>
                </a:lnTo>
                <a:close/>
              </a:path>
            </a:pathLst>
          </a:cu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014FA1-92F2-C923-5155-868F50D44504}"/>
              </a:ext>
            </a:extLst>
          </p:cNvPr>
          <p:cNvCxnSpPr>
            <a:cxnSpLocks/>
          </p:cNvCxnSpPr>
          <p:nvPr/>
        </p:nvCxnSpPr>
        <p:spPr>
          <a:xfrm flipH="1" flipV="1">
            <a:off x="2035145" y="4189246"/>
            <a:ext cx="1324830" cy="4830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Arc 63">
            <a:extLst>
              <a:ext uri="{FF2B5EF4-FFF2-40B4-BE49-F238E27FC236}">
                <a16:creationId xmlns:a16="http://schemas.microsoft.com/office/drawing/2014/main" id="{A80204FA-C6B1-EFEE-3AE7-4EBC831EB395}"/>
              </a:ext>
            </a:extLst>
          </p:cNvPr>
          <p:cNvSpPr/>
          <p:nvPr/>
        </p:nvSpPr>
        <p:spPr>
          <a:xfrm rot="1589026">
            <a:off x="3125538" y="3939991"/>
            <a:ext cx="1484403" cy="1576354"/>
          </a:xfrm>
          <a:prstGeom prst="arc">
            <a:avLst>
              <a:gd name="adj1" fmla="val 17144403"/>
              <a:gd name="adj2" fmla="val 1978058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A31371-FC66-1516-6154-C7FC6B50D73D}"/>
              </a:ext>
            </a:extLst>
          </p:cNvPr>
          <p:cNvCxnSpPr>
            <a:cxnSpLocks/>
          </p:cNvCxnSpPr>
          <p:nvPr/>
        </p:nvCxnSpPr>
        <p:spPr>
          <a:xfrm flipV="1">
            <a:off x="8172256" y="2122094"/>
            <a:ext cx="8358" cy="24917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1D912C-638A-05F2-A41F-CFC1FEDAAE82}"/>
              </a:ext>
            </a:extLst>
          </p:cNvPr>
          <p:cNvCxnSpPr>
            <a:cxnSpLocks/>
          </p:cNvCxnSpPr>
          <p:nvPr/>
        </p:nvCxnSpPr>
        <p:spPr>
          <a:xfrm flipV="1">
            <a:off x="1997528" y="382554"/>
            <a:ext cx="3155" cy="64106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CA9800-9AC2-DDF3-6BEE-DFCD0E3EF97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000885" y="4672266"/>
            <a:ext cx="1314529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C3A8BE-A968-D4C9-829D-A480D1C8506B}"/>
              </a:ext>
            </a:extLst>
          </p:cNvPr>
          <p:cNvCxnSpPr>
            <a:cxnSpLocks/>
          </p:cNvCxnSpPr>
          <p:nvPr/>
        </p:nvCxnSpPr>
        <p:spPr>
          <a:xfrm flipV="1">
            <a:off x="3405414" y="1283180"/>
            <a:ext cx="1407886" cy="338908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80D585-4423-7E3C-F4F9-56EF818388E9}"/>
              </a:ext>
            </a:extLst>
          </p:cNvPr>
          <p:cNvCxnSpPr>
            <a:cxnSpLocks/>
          </p:cNvCxnSpPr>
          <p:nvPr/>
        </p:nvCxnSpPr>
        <p:spPr>
          <a:xfrm flipV="1">
            <a:off x="4813300" y="252666"/>
            <a:ext cx="2699657" cy="1030514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82CBCB-DA03-A7AB-15F0-F0BA5782A3C0}"/>
              </a:ext>
            </a:extLst>
          </p:cNvPr>
          <p:cNvCxnSpPr>
            <a:cxnSpLocks/>
          </p:cNvCxnSpPr>
          <p:nvPr/>
        </p:nvCxnSpPr>
        <p:spPr>
          <a:xfrm flipH="1" flipV="1">
            <a:off x="7512957" y="238152"/>
            <a:ext cx="696686" cy="18578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A9C796-24F2-395D-79F3-A96CD9B27266}"/>
              </a:ext>
            </a:extLst>
          </p:cNvPr>
          <p:cNvCxnSpPr/>
          <p:nvPr/>
        </p:nvCxnSpPr>
        <p:spPr>
          <a:xfrm>
            <a:off x="8209643" y="2095980"/>
            <a:ext cx="1738376" cy="549366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5FB994E-EF13-4B5E-17EA-BE4E5AFA9303}"/>
              </a:ext>
            </a:extLst>
          </p:cNvPr>
          <p:cNvSpPr/>
          <p:nvPr/>
        </p:nvSpPr>
        <p:spPr>
          <a:xfrm>
            <a:off x="8119643" y="2032094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F33EB9-DF24-94AB-F243-214736EEACA3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813300" y="1283180"/>
            <a:ext cx="3306343" cy="83891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698343-CE36-C032-19BF-B01DD09D2494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3405414" y="2185734"/>
            <a:ext cx="4740589" cy="24865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33A087E-98CC-39B0-B99F-4D79966925FF}"/>
              </a:ext>
            </a:extLst>
          </p:cNvPr>
          <p:cNvSpPr/>
          <p:nvPr/>
        </p:nvSpPr>
        <p:spPr>
          <a:xfrm>
            <a:off x="4723300" y="1167066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DD3168-DA88-1EA3-6427-74FF9EF74649}"/>
              </a:ext>
            </a:extLst>
          </p:cNvPr>
          <p:cNvSpPr/>
          <p:nvPr/>
        </p:nvSpPr>
        <p:spPr>
          <a:xfrm>
            <a:off x="3315414" y="4582266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D9051D-B81D-A55D-CE1A-843801D98D6C}"/>
                  </a:ext>
                </a:extLst>
              </p:cNvPr>
              <p:cNvSpPr txBox="1"/>
              <p:nvPr/>
            </p:nvSpPr>
            <p:spPr>
              <a:xfrm rot="19884933">
                <a:off x="5040404" y="2985007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D9051D-B81D-A55D-CE1A-843801D98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84933">
                <a:off x="5040404" y="2985007"/>
                <a:ext cx="136284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BC95E6D-25B2-2DD4-6557-5601CF945347}"/>
              </a:ext>
            </a:extLst>
          </p:cNvPr>
          <p:cNvSpPr/>
          <p:nvPr/>
        </p:nvSpPr>
        <p:spPr>
          <a:xfrm rot="20390378">
            <a:off x="7402563" y="239524"/>
            <a:ext cx="360000" cy="360000"/>
          </a:xfrm>
          <a:prstGeom prst="triangle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25937A25-D561-E322-8B45-548533938D4B}"/>
              </a:ext>
            </a:extLst>
          </p:cNvPr>
          <p:cNvSpPr/>
          <p:nvPr/>
        </p:nvSpPr>
        <p:spPr>
          <a:xfrm rot="9590378">
            <a:off x="7532580" y="582368"/>
            <a:ext cx="360000" cy="360000"/>
          </a:xfrm>
          <a:prstGeom prst="triangle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7635FE4-8E70-7743-2750-A76F79133DAB}"/>
              </a:ext>
            </a:extLst>
          </p:cNvPr>
          <p:cNvSpPr/>
          <p:nvPr/>
        </p:nvSpPr>
        <p:spPr>
          <a:xfrm rot="17335117">
            <a:off x="8475826" y="1874170"/>
            <a:ext cx="363890" cy="726649"/>
          </a:xfrm>
          <a:custGeom>
            <a:avLst/>
            <a:gdLst>
              <a:gd name="connsiteX0" fmla="*/ 363890 w 363890"/>
              <a:gd name="connsiteY0" fmla="*/ 366649 h 726649"/>
              <a:gd name="connsiteX1" fmla="*/ 183890 w 363890"/>
              <a:gd name="connsiteY1" fmla="*/ 726649 h 726649"/>
              <a:gd name="connsiteX2" fmla="*/ 3890 w 363890"/>
              <a:gd name="connsiteY2" fmla="*/ 366649 h 726649"/>
              <a:gd name="connsiteX3" fmla="*/ 180000 w 363890"/>
              <a:gd name="connsiteY3" fmla="*/ 0 h 726649"/>
              <a:gd name="connsiteX4" fmla="*/ 360000 w 363890"/>
              <a:gd name="connsiteY4" fmla="*/ 360000 h 726649"/>
              <a:gd name="connsiteX5" fmla="*/ 0 w 363890"/>
              <a:gd name="connsiteY5" fmla="*/ 360000 h 7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90" h="726649">
                <a:moveTo>
                  <a:pt x="363890" y="366649"/>
                </a:moveTo>
                <a:lnTo>
                  <a:pt x="183890" y="726649"/>
                </a:lnTo>
                <a:lnTo>
                  <a:pt x="3890" y="366649"/>
                </a:lnTo>
                <a:close/>
                <a:moveTo>
                  <a:pt x="180000" y="0"/>
                </a:moveTo>
                <a:lnTo>
                  <a:pt x="360000" y="360000"/>
                </a:lnTo>
                <a:lnTo>
                  <a:pt x="0" y="360000"/>
                </a:lnTo>
                <a:close/>
              </a:path>
            </a:pathLst>
          </a:cu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B26DF4-C891-F00E-21B1-2D3E6D1A54F2}"/>
              </a:ext>
            </a:extLst>
          </p:cNvPr>
          <p:cNvCxnSpPr>
            <a:cxnSpLocks/>
          </p:cNvCxnSpPr>
          <p:nvPr/>
        </p:nvCxnSpPr>
        <p:spPr>
          <a:xfrm flipH="1" flipV="1">
            <a:off x="3387863" y="811756"/>
            <a:ext cx="1324830" cy="4830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5BFCB7-530E-15CD-6144-53342ACF6E1E}"/>
              </a:ext>
            </a:extLst>
          </p:cNvPr>
          <p:cNvCxnSpPr>
            <a:cxnSpLocks/>
          </p:cNvCxnSpPr>
          <p:nvPr/>
        </p:nvCxnSpPr>
        <p:spPr>
          <a:xfrm flipV="1">
            <a:off x="1967138" y="832867"/>
            <a:ext cx="1407886" cy="33890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F81BD5-2639-981A-C00C-3E73CD8F67ED}"/>
                  </a:ext>
                </a:extLst>
              </p:cNvPr>
              <p:cNvSpPr txBox="1"/>
              <p:nvPr/>
            </p:nvSpPr>
            <p:spPr>
              <a:xfrm>
                <a:off x="1571210" y="2329987"/>
                <a:ext cx="1362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F81BD5-2639-981A-C00C-3E73CD8F6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210" y="2329987"/>
                <a:ext cx="1362841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C1A2BE-3F36-5CA8-9E25-3F1C2B05771C}"/>
              </a:ext>
            </a:extLst>
          </p:cNvPr>
          <p:cNvCxnSpPr>
            <a:cxnSpLocks/>
          </p:cNvCxnSpPr>
          <p:nvPr/>
        </p:nvCxnSpPr>
        <p:spPr>
          <a:xfrm flipV="1">
            <a:off x="9830149" y="2262894"/>
            <a:ext cx="235739" cy="740229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C51755E-BA84-ADA8-3A28-957B1D308ABF}"/>
              </a:ext>
            </a:extLst>
          </p:cNvPr>
          <p:cNvCxnSpPr>
            <a:cxnSpLocks/>
          </p:cNvCxnSpPr>
          <p:nvPr/>
        </p:nvCxnSpPr>
        <p:spPr>
          <a:xfrm>
            <a:off x="9826974" y="2987248"/>
            <a:ext cx="308645" cy="914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8C7DABD-73D4-FB91-2F12-65539A6E7D85}"/>
              </a:ext>
            </a:extLst>
          </p:cNvPr>
          <p:cNvCxnSpPr>
            <a:cxnSpLocks/>
          </p:cNvCxnSpPr>
          <p:nvPr/>
        </p:nvCxnSpPr>
        <p:spPr>
          <a:xfrm>
            <a:off x="10058408" y="2279235"/>
            <a:ext cx="308645" cy="91428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1DD916-A472-A1BD-A39F-DAF7EE9F60CD}"/>
              </a:ext>
            </a:extLst>
          </p:cNvPr>
          <p:cNvCxnSpPr>
            <a:cxnSpLocks/>
          </p:cNvCxnSpPr>
          <p:nvPr/>
        </p:nvCxnSpPr>
        <p:spPr>
          <a:xfrm flipV="1">
            <a:off x="1997528" y="4672266"/>
            <a:ext cx="0" cy="212090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83A5F4-050C-EE20-738C-229D570B4E6E}"/>
              </a:ext>
            </a:extLst>
          </p:cNvPr>
          <p:cNvCxnSpPr>
            <a:cxnSpLocks/>
          </p:cNvCxnSpPr>
          <p:nvPr/>
        </p:nvCxnSpPr>
        <p:spPr>
          <a:xfrm>
            <a:off x="1997528" y="6775446"/>
            <a:ext cx="615780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FFABA9-89B4-B523-A3A2-F0E5A34094AE}"/>
              </a:ext>
            </a:extLst>
          </p:cNvPr>
          <p:cNvCxnSpPr>
            <a:cxnSpLocks/>
          </p:cNvCxnSpPr>
          <p:nvPr/>
        </p:nvCxnSpPr>
        <p:spPr>
          <a:xfrm flipH="1">
            <a:off x="3458305" y="4688385"/>
            <a:ext cx="469702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7C214F7-08F9-66FB-3209-0CB16F58A422}"/>
                  </a:ext>
                </a:extLst>
              </p:cNvPr>
              <p:cNvSpPr txBox="1"/>
              <p:nvPr/>
            </p:nvSpPr>
            <p:spPr>
              <a:xfrm>
                <a:off x="5139067" y="4683500"/>
                <a:ext cx="1362841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7C214F7-08F9-66FB-3209-0CB16F58A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067" y="4683500"/>
                <a:ext cx="1362841" cy="494751"/>
              </a:xfrm>
              <a:prstGeom prst="rect">
                <a:avLst/>
              </a:prstGeom>
              <a:blipFill>
                <a:blip r:embed="rId4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D8E90CA-397A-AB28-1A24-E73DFF55597F}"/>
              </a:ext>
            </a:extLst>
          </p:cNvPr>
          <p:cNvSpPr/>
          <p:nvPr/>
        </p:nvSpPr>
        <p:spPr>
          <a:xfrm>
            <a:off x="1814146" y="5137032"/>
            <a:ext cx="363890" cy="726649"/>
          </a:xfrm>
          <a:custGeom>
            <a:avLst/>
            <a:gdLst>
              <a:gd name="connsiteX0" fmla="*/ 363890 w 363890"/>
              <a:gd name="connsiteY0" fmla="*/ 366649 h 726649"/>
              <a:gd name="connsiteX1" fmla="*/ 183890 w 363890"/>
              <a:gd name="connsiteY1" fmla="*/ 726649 h 726649"/>
              <a:gd name="connsiteX2" fmla="*/ 3890 w 363890"/>
              <a:gd name="connsiteY2" fmla="*/ 366649 h 726649"/>
              <a:gd name="connsiteX3" fmla="*/ 180000 w 363890"/>
              <a:gd name="connsiteY3" fmla="*/ 0 h 726649"/>
              <a:gd name="connsiteX4" fmla="*/ 360000 w 363890"/>
              <a:gd name="connsiteY4" fmla="*/ 360000 h 726649"/>
              <a:gd name="connsiteX5" fmla="*/ 0 w 363890"/>
              <a:gd name="connsiteY5" fmla="*/ 360000 h 7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90" h="726649">
                <a:moveTo>
                  <a:pt x="363890" y="366649"/>
                </a:moveTo>
                <a:lnTo>
                  <a:pt x="183890" y="726649"/>
                </a:lnTo>
                <a:lnTo>
                  <a:pt x="3890" y="366649"/>
                </a:lnTo>
                <a:close/>
                <a:moveTo>
                  <a:pt x="180000" y="0"/>
                </a:moveTo>
                <a:lnTo>
                  <a:pt x="360000" y="360000"/>
                </a:lnTo>
                <a:lnTo>
                  <a:pt x="0" y="360000"/>
                </a:lnTo>
                <a:close/>
              </a:path>
            </a:pathLst>
          </a:cu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86688B-5A4E-385D-7938-F4D03CCF0906}"/>
                  </a:ext>
                </a:extLst>
              </p:cNvPr>
              <p:cNvSpPr txBox="1"/>
              <p:nvPr/>
            </p:nvSpPr>
            <p:spPr>
              <a:xfrm rot="805713">
                <a:off x="5522229" y="1619702"/>
                <a:ext cx="150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86688B-5A4E-385D-7938-F4D03CCF0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05713">
                <a:off x="5522229" y="1619702"/>
                <a:ext cx="150829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Arc 64">
            <a:extLst>
              <a:ext uri="{FF2B5EF4-FFF2-40B4-BE49-F238E27FC236}">
                <a16:creationId xmlns:a16="http://schemas.microsoft.com/office/drawing/2014/main" id="{30A82447-7371-E225-6410-8FEEBB25BA3A}"/>
              </a:ext>
            </a:extLst>
          </p:cNvPr>
          <p:cNvSpPr/>
          <p:nvPr/>
        </p:nvSpPr>
        <p:spPr>
          <a:xfrm rot="21353488">
            <a:off x="2433452" y="3446110"/>
            <a:ext cx="2426089" cy="2564116"/>
          </a:xfrm>
          <a:prstGeom prst="arc">
            <a:avLst>
              <a:gd name="adj1" fmla="val 17144403"/>
              <a:gd name="adj2" fmla="val 1978058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2ADDC9E-C9FF-5CFE-63D2-3CCD04AB4F67}"/>
              </a:ext>
            </a:extLst>
          </p:cNvPr>
          <p:cNvCxnSpPr>
            <a:cxnSpLocks/>
          </p:cNvCxnSpPr>
          <p:nvPr/>
        </p:nvCxnSpPr>
        <p:spPr>
          <a:xfrm>
            <a:off x="1571210" y="4672266"/>
            <a:ext cx="872633" cy="1254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41CCF3-A46C-3F09-CB03-11962F3BD6A2}"/>
              </a:ext>
            </a:extLst>
          </p:cNvPr>
          <p:cNvCxnSpPr>
            <a:cxnSpLocks/>
          </p:cNvCxnSpPr>
          <p:nvPr/>
        </p:nvCxnSpPr>
        <p:spPr>
          <a:xfrm flipV="1">
            <a:off x="1552708" y="2122094"/>
            <a:ext cx="6566935" cy="7388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E51C1E9-68C1-48BD-9BC7-D97CB792DFCB}"/>
              </a:ext>
            </a:extLst>
          </p:cNvPr>
          <p:cNvCxnSpPr>
            <a:cxnSpLocks/>
          </p:cNvCxnSpPr>
          <p:nvPr/>
        </p:nvCxnSpPr>
        <p:spPr>
          <a:xfrm flipH="1" flipV="1">
            <a:off x="1552708" y="2185734"/>
            <a:ext cx="20844" cy="250300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437B41-3E4A-9C94-4CCB-A21F367D8C0A}"/>
                  </a:ext>
                </a:extLst>
              </p:cNvPr>
              <p:cNvSpPr txBox="1"/>
              <p:nvPr/>
            </p:nvSpPr>
            <p:spPr>
              <a:xfrm>
                <a:off x="532585" y="3138513"/>
                <a:ext cx="1362841" cy="49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437B41-3E4A-9C94-4CCB-A21F367D8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85" y="3138513"/>
                <a:ext cx="1362841" cy="494751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E6E5E04-3293-0518-3AE2-23D454324527}"/>
                  </a:ext>
                </a:extLst>
              </p:cNvPr>
              <p:cNvSpPr txBox="1"/>
              <p:nvPr/>
            </p:nvSpPr>
            <p:spPr>
              <a:xfrm>
                <a:off x="3553066" y="4261183"/>
                <a:ext cx="1362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E6E5E04-3293-0518-3AE2-23D454324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066" y="4261183"/>
                <a:ext cx="136284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21BF935-B434-0F8F-1EEA-3333A63CBEE4}"/>
                  </a:ext>
                </a:extLst>
              </p:cNvPr>
              <p:cNvSpPr txBox="1"/>
              <p:nvPr/>
            </p:nvSpPr>
            <p:spPr>
              <a:xfrm>
                <a:off x="3463585" y="3723069"/>
                <a:ext cx="13628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2">
                      <a:lumMod val="50000"/>
                    </a:schemeClr>
                  </a:solidFill>
                  <a:latin typeface="Courier Std" panose="02070409020205020404" pitchFamily="49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21BF935-B434-0F8F-1EEA-3333A63C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85" y="3723069"/>
                <a:ext cx="136284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85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3A6575-2AC4-5FCA-B322-34CA4FA19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86" y="0"/>
            <a:ext cx="7136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9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9C7970-998E-4230-CF9B-CB9837269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86" y="0"/>
            <a:ext cx="7136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3B9674-F67B-C2E3-0675-16AF2FCF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57" y="136874"/>
            <a:ext cx="9858086" cy="658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57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Courier Std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Hany Khalil Malak</dc:creator>
  <cp:lastModifiedBy>Mario Hany Khalil Malak</cp:lastModifiedBy>
  <cp:revision>2</cp:revision>
  <dcterms:created xsi:type="dcterms:W3CDTF">2025-11-16T20:51:35Z</dcterms:created>
  <dcterms:modified xsi:type="dcterms:W3CDTF">2025-11-17T09:23:12Z</dcterms:modified>
</cp:coreProperties>
</file>